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Host Grotesk Medium"/>
      <p:regular r:id="rId14"/>
    </p:embeddedFont>
    <p:embeddedFont>
      <p:font typeface="Host Grotesk Medium"/>
      <p:regular r:id="rId15"/>
    </p:embeddedFon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7328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Electronic Store Sales Performance &amp; Business Insights (2019–2020)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39784"/>
            <a:ext cx="7556421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of ~186,000 transactions across 12 months. Purpose: surface peak hours, monthly and seasonal trends, price–quantity relationships, and operational recommendations to improve revenue and efficiency.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082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Wrangling &amp; Feature Engineering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2324933"/>
            <a:ext cx="3664744" cy="2660094"/>
          </a:xfrm>
          <a:prstGeom prst="roundRect">
            <a:avLst>
              <a:gd name="adj" fmla="val 358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559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Source &amp; Scale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049786"/>
            <a:ext cx="31958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Merged 12 monthly CSVs (~186K rows). Verified schema consistency across files.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324933"/>
            <a:ext cx="3664863" cy="2660094"/>
          </a:xfrm>
          <a:prstGeom prst="roundRect">
            <a:avLst>
              <a:gd name="adj" fmla="val 358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559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Cleaning Steps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049786"/>
            <a:ext cx="3195995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rows with missing critical fields; standardized timestamps; corrected inconsistent SKUs and duplicates.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11842"/>
            <a:ext cx="7556421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446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936694"/>
            <a:ext cx="708755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Added Month, Hour, Day of Week, Season, and Day Period (Night / Morning / Afternoon / Evening) for temporal analysis.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7106603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 clean, analysis-ready table enabling hourly, daily, monthly, and price-volume studies.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4126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Monthly Sales Trends — 2019 Snapshot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97700"/>
            <a:ext cx="7559040" cy="4137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584871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points: December is the clear peak (holiday season). January is the weakest month. Total 2019 sales ~ $34.48M (annualized from monthly aggregates).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783" y="678418"/>
            <a:ext cx="7595235" cy="110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Seasonal Impact — Mean Sales per Transaction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783" y="2397367"/>
            <a:ext cx="3505200" cy="19186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35935" y="2324219"/>
            <a:ext cx="2765822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Insight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0335935" y="2885599"/>
            <a:ext cx="3527703" cy="2293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Summer records the highest mean transaction value (187.65). Differences are small—indicating sales stability across seasons—but Summer advantage suggests targeted summer promotions can incrementally lift AOV.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10335935" y="5421987"/>
            <a:ext cx="3527703" cy="1886426"/>
          </a:xfrm>
          <a:prstGeom prst="roundRect">
            <a:avLst>
              <a:gd name="adj" fmla="val 4926"/>
            </a:avLst>
          </a:prstGeom>
          <a:solidFill>
            <a:srgbClr val="C6E4EB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153" y="5741075"/>
            <a:ext cx="276582" cy="2212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054953" y="5692973"/>
            <a:ext cx="2587466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Recommendation: run targeted campaigns in late spring to capitalize on summer demand.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7613"/>
            <a:ext cx="709433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Peak Hours &amp; Day-Period Patterns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4212"/>
            <a:ext cx="7559040" cy="4137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301383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clear traffic windows: 11 AM–1 PM (lunch) and 6 PM–8 PM (post-work). Recommendation: schedule paid ads and time-limited offers to run 30–60 minutes before these windows to maximize conversions.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7553"/>
            <a:ext cx="103037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Price–Quantity Relationship &amp; Customer Behavior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48157"/>
            <a:ext cx="1403509" cy="1754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80786" y="3348157"/>
            <a:ext cx="3045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High Volume, Low Price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480786" y="3838575"/>
            <a:ext cx="469261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negative correlation: low-priced items (cables, batteries) sell in larger quantities and drive unit volume.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3348157"/>
            <a:ext cx="1403509" cy="17543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3881" y="3348157"/>
            <a:ext cx="3045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Low Volume, High Price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143881" y="3838575"/>
            <a:ext cx="469272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Expensive items (laptops, monitors) sell fewer units but contribute disproportionately to revenue and margin.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790" y="5357693"/>
            <a:ext cx="130428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insight: mean sale value is nearly identical on weekdays vs weekends (~$185.51 vs $185.44) — purchases are needs-driven rather than leisure-driven. Use this to normalize staffing and promotions across the week.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9107" y="1255633"/>
            <a:ext cx="6786682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Recommendations &amp; Next Steps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189107" y="2024182"/>
            <a:ext cx="3780473" cy="2002393"/>
          </a:xfrm>
          <a:prstGeom prst="roundRect">
            <a:avLst>
              <a:gd name="adj" fmla="val 548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247" y="2024182"/>
            <a:ext cx="91440" cy="20023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81286" y="2247781"/>
            <a:ext cx="25099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Inventory Planning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6481286" y="2668072"/>
            <a:ext cx="3264694" cy="113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stock of fast-moving, low-cost SKUs ahead of December peak. Maintain safety stock for high-ticket items to avoid lost revenue.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10147221" y="2024182"/>
            <a:ext cx="3780473" cy="2002393"/>
          </a:xfrm>
          <a:prstGeom prst="roundRect">
            <a:avLst>
              <a:gd name="adj" fmla="val 548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361" y="2024182"/>
            <a:ext cx="91440" cy="20023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39400" y="2247781"/>
            <a:ext cx="25099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Pricing &amp; Promotions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439400" y="2668072"/>
            <a:ext cx="3264694" cy="113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volume-based discounts for accessories to boost basket size; use dynamic pricing for seasonal demand spikes.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189107" y="4204216"/>
            <a:ext cx="3780473" cy="2002393"/>
          </a:xfrm>
          <a:prstGeom prst="roundRect">
            <a:avLst>
              <a:gd name="adj" fmla="val 548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247" y="4204216"/>
            <a:ext cx="91440" cy="20023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81286" y="4427815"/>
            <a:ext cx="25099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Operations &amp; Staffing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6481286" y="4848106"/>
            <a:ext cx="3264694" cy="113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staffing to cover 11 AM–1 PM and 6 PM–8 PM windows. Cross-train staff for checkout and product demos during peak periods.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10147221" y="4204216"/>
            <a:ext cx="3780473" cy="2002393"/>
          </a:xfrm>
          <a:prstGeom prst="roundRect">
            <a:avLst>
              <a:gd name="adj" fmla="val 548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4361" y="4204216"/>
            <a:ext cx="91440" cy="200239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439400" y="4427815"/>
            <a:ext cx="25099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Marketing Timing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10439400" y="4848106"/>
            <a:ext cx="3264694" cy="113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targeted ads 30–60 minutes before peak windows and run December inventory preparation campaigns starting in October.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6189107" y="6406515"/>
            <a:ext cx="7738586" cy="56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next step: prioritize a Q4 readiness plan — inventory forecast, ad schedule, and staff rota to capture peak-season demand efficiently.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2026-02-22T16:03:44Z</dcterms:created>
  <dcterms:modified xsi:type="dcterms:W3CDTF">2026-02-22T16:03:44Z</dcterms:modified>
</cp:coreProperties>
</file>